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Three-Tier Architecture of CityPulse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Presentation Layer: Built with React.js. Provides dedicated interfaces for both standard Clients (Users) and the Admin Panel.</a:t>
            </a:r>
          </a:p>
          <a:p>
            <a:pPr/>
            <a:r>
              <a:t>Application Layer: Powered by an Express.js API Server. It orchestrates several microservices:</a:t>
            </a:r>
          </a:p>
          <a:p>
            <a:pPr lvl="1"/>
            <a:r>
              <a:t>Machine Learning Service: For automated image verification.</a:t>
            </a:r>
          </a:p>
          <a:p>
            <a:pPr lvl="1"/>
            <a:r>
              <a:t>Authentication Service: Secure user and admin login management.</a:t>
            </a:r>
          </a:p>
          <a:p>
            <a:pPr lvl="1"/>
            <a:r>
              <a:t>Notification Service: Real-time updates on report status.</a:t>
            </a:r>
          </a:p>
          <a:p>
            <a:pPr/>
            <a:r>
              <a:t>Data Layer: Robust data persistence utilizing a relational Database (Supabase/PostgreSQL) and Object Storage for user-uploaded images.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UML Class Diagram &amp;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Entities:</a:t>
            </a:r>
          </a:p>
          <a:p>
            <a:pPr lvl="1"/>
            <a:r>
              <a:t>User: Submits reports and earns ecoPoints.</a:t>
            </a:r>
          </a:p>
          <a:p>
            <a:pPr lvl="1"/>
            <a:r>
              <a:t>Admin: Verifies reports, manages users, and assigns severity.</a:t>
            </a:r>
          </a:p>
          <a:p>
            <a:pPr/>
            <a:r>
              <a:t>Central Entity - 'Report': Represents a civic issue. It maps to various essential sub-services:</a:t>
            </a:r>
          </a:p>
          <a:p>
            <a:pPr lvl="1"/>
            <a:r>
              <a:t>Has 'Location' (Latitude, Longitude, Address).</a:t>
            </a:r>
          </a:p>
          <a:p>
            <a:pPr lvl="1"/>
            <a:r>
              <a:t>Validated by 'MLService' (Automated AI image analysis).</a:t>
            </a:r>
          </a:p>
          <a:p>
            <a:pPr lvl="1"/>
            <a:r>
              <a:t>Stored in 'DatabaseService'.</a:t>
            </a:r>
          </a:p>
          <a:p>
            <a:pPr lvl="1"/>
            <a:r>
              <a:t>Triggers 'NotificationManager' for real-time alerts.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Gamification: What are Eco Coins?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Concept: Eco Coins are the virtual currency of CityPulse, designed to incentivize active civic participation.</a:t>
            </a:r>
          </a:p>
          <a:p>
            <a:pPr/>
            <a:r>
              <a:t>How to Earn: Users earn Eco Coins and XP by completing Daily Commissions (e.g., submitting garbage reports, checking the heatmap, viewing the leaderboard).</a:t>
            </a:r>
          </a:p>
          <a:p>
            <a:pPr/>
            <a:r>
              <a:t>Progression: Eco Coins directly contribute to increasing your 'Adventurer Rank' and 'Login Streak,' transforming civic duties into a rewarding game.</a:t>
            </a:r>
          </a:p>
          <a:p>
            <a:pPr/>
            <a:r>
              <a:t>Future Use: Can be redeemed for exclusive profile badges, special titles, or real-world civic rewards.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Features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Reporting: Upload a photo of garbage and the integrated AI automatically validates it and assigns a severity rating in real-time.</a:t>
            </a:r>
          </a:p>
          <a:p>
            <a:pPr/>
            <a:r>
              <a:t>Interactive City Heatmap: A visual map showing active reports, enabling citizens and admins to identify high-priority zones at a glance.</a:t>
            </a:r>
          </a:p>
          <a:p>
            <a:pPr/>
            <a:r>
              <a:t>Gamified Dashboard &amp; Leaderboard: A fully immersive 4-quadrant dashboard featuring daily quests, XP tracking, badges, and a global leaderboard to compete with other citizens.</a:t>
            </a:r>
          </a:p>
          <a:p>
            <a:pPr/>
            <a:r>
              <a:t>Comprehensive Admin Portal: A dedicated control panel for city officials to view reports, approve/reject submissions, promote users, and track analytics securely.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